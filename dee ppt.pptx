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1430000" cy="13335000"/>
  <p:notesSz cx="6858000" cy="9144000"/>
  <p:embeddedFontLst>
    <p:embeddedFont>
      <p:font typeface="Libre Baskerville" charset="1" panose="02000000000000000000"/>
      <p:regular r:id="rId10"/>
    </p:embeddedFont>
    <p:embeddedFont>
      <p:font typeface="DM Sans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45449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454497"/>
            <a:ext cx="11430000" cy="6438643"/>
          </a:xfrm>
          <a:custGeom>
            <a:avLst/>
            <a:gdLst/>
            <a:ahLst/>
            <a:cxnLst/>
            <a:rect r="r" b="b" t="t" l="l"/>
            <a:pathLst>
              <a:path h="6438643" w="11430000">
                <a:moveTo>
                  <a:pt x="0" y="0"/>
                </a:moveTo>
                <a:lnTo>
                  <a:pt x="11430000" y="0"/>
                </a:lnTo>
                <a:lnTo>
                  <a:pt x="1143000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3454240"/>
            <a:ext cx="11430000" cy="6438900"/>
            <a:chOff x="0" y="0"/>
            <a:chExt cx="11430000" cy="643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6438900"/>
                  </a:moveTo>
                  <a:lnTo>
                    <a:pt x="11430000" y="64389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3454497"/>
            <a:ext cx="4286250" cy="6438643"/>
          </a:xfrm>
          <a:custGeom>
            <a:avLst/>
            <a:gdLst/>
            <a:ahLst/>
            <a:cxnLst/>
            <a:rect r="r" b="b" t="t" l="l"/>
            <a:pathLst>
              <a:path h="6438643" w="4286250">
                <a:moveTo>
                  <a:pt x="0" y="0"/>
                </a:moveTo>
                <a:lnTo>
                  <a:pt x="4286250" y="0"/>
                </a:lnTo>
                <a:lnTo>
                  <a:pt x="4286250" y="6438643"/>
                </a:lnTo>
                <a:lnTo>
                  <a:pt x="0" y="6438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" t="-3" r="-74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86325" y="5473778"/>
            <a:ext cx="5037411" cy="10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37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DIY Secret Code Lock Circuit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80049" y="6508145"/>
            <a:ext cx="100384" cy="53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27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86325" y="6679595"/>
            <a:ext cx="4834366" cy="3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Using</a:t>
            </a:r>
            <a:r>
              <a:rPr lang="en-US" sz="27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7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XOR</a:t>
            </a:r>
            <a:r>
              <a:rPr lang="en-US" sz="27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7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and</a:t>
            </a:r>
            <a:r>
              <a:rPr lang="en-US" sz="27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7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NOR</a:t>
            </a:r>
            <a:r>
              <a:rPr lang="en-US" sz="27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70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Gates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88882" y="7444567"/>
            <a:ext cx="46520" cy="3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86325" y="7282642"/>
            <a:ext cx="5978157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A4-bit digitalsecretcodelock circuit implementedwithCMOSICs 4070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6325" y="7558867"/>
            <a:ext cx="4201982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(XOR) and4001(NOR),powered bya 9 VDCsupply.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3152764"/>
            <a:ext cx="11556997" cy="7032622"/>
            <a:chOff x="0" y="0"/>
            <a:chExt cx="11557000" cy="7032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905626"/>
            </a:xfrm>
            <a:custGeom>
              <a:avLst/>
              <a:gdLst/>
              <a:ahLst/>
              <a:cxnLst/>
              <a:rect r="r" b="b" t="t" l="l"/>
              <a:pathLst>
                <a:path h="6905626" w="11430000">
                  <a:moveTo>
                    <a:pt x="0" y="0"/>
                  </a:moveTo>
                  <a:lnTo>
                    <a:pt x="0" y="6905626"/>
                  </a:lnTo>
                  <a:lnTo>
                    <a:pt x="11430000" y="69056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905626"/>
            </a:xfrm>
            <a:custGeom>
              <a:avLst/>
              <a:gdLst/>
              <a:ahLst/>
              <a:cxnLst/>
              <a:rect r="r" b="b" t="t" l="l"/>
              <a:pathLst>
                <a:path h="6905626" w="11430000">
                  <a:moveTo>
                    <a:pt x="0" y="0"/>
                  </a:moveTo>
                  <a:lnTo>
                    <a:pt x="0" y="6905626"/>
                  </a:lnTo>
                  <a:lnTo>
                    <a:pt x="11430000" y="69056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3216267"/>
            <a:ext cx="11430000" cy="6905625"/>
          </a:xfrm>
          <a:custGeom>
            <a:avLst/>
            <a:gdLst/>
            <a:ahLst/>
            <a:cxnLst/>
            <a:rect r="r" b="b" t="t" l="l"/>
            <a:pathLst>
              <a:path h="6905625" w="11430000">
                <a:moveTo>
                  <a:pt x="0" y="0"/>
                </a:moveTo>
                <a:lnTo>
                  <a:pt x="11430000" y="0"/>
                </a:lnTo>
                <a:lnTo>
                  <a:pt x="11430000" y="6905625"/>
                </a:lnTo>
                <a:lnTo>
                  <a:pt x="0" y="6905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3216266"/>
            <a:ext cx="11430000" cy="6905625"/>
          </a:xfrm>
          <a:custGeom>
            <a:avLst/>
            <a:gdLst/>
            <a:ahLst/>
            <a:cxnLst/>
            <a:rect r="r" b="b" t="t" l="l"/>
            <a:pathLst>
              <a:path h="6905625" w="11430000">
                <a:moveTo>
                  <a:pt x="0" y="0"/>
                </a:moveTo>
                <a:lnTo>
                  <a:pt x="11430000" y="0"/>
                </a:lnTo>
                <a:lnTo>
                  <a:pt x="11430000" y="6905625"/>
                </a:lnTo>
                <a:lnTo>
                  <a:pt x="0" y="6905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3216266"/>
            <a:ext cx="11430000" cy="6905625"/>
            <a:chOff x="0" y="0"/>
            <a:chExt cx="11430000" cy="69056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00" cy="6905625"/>
            </a:xfrm>
            <a:custGeom>
              <a:avLst/>
              <a:gdLst/>
              <a:ahLst/>
              <a:cxnLst/>
              <a:rect r="r" b="b" t="t" l="l"/>
              <a:pathLst>
                <a:path h="6905625" w="11430000">
                  <a:moveTo>
                    <a:pt x="0" y="0"/>
                  </a:moveTo>
                  <a:lnTo>
                    <a:pt x="0" y="6905625"/>
                  </a:lnTo>
                  <a:lnTo>
                    <a:pt x="11430000" y="69056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7143750" y="3216267"/>
            <a:ext cx="4286250" cy="6905625"/>
          </a:xfrm>
          <a:custGeom>
            <a:avLst/>
            <a:gdLst/>
            <a:ahLst/>
            <a:cxnLst/>
            <a:rect r="r" b="b" t="t" l="l"/>
            <a:pathLst>
              <a:path h="6905625" w="4286250">
                <a:moveTo>
                  <a:pt x="0" y="0"/>
                </a:moveTo>
                <a:lnTo>
                  <a:pt x="4286250" y="0"/>
                </a:lnTo>
                <a:lnTo>
                  <a:pt x="4286250" y="6905625"/>
                </a:lnTo>
                <a:lnTo>
                  <a:pt x="0" y="6905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" t="0" r="-6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17522" y="4419589"/>
            <a:ext cx="6089647" cy="1155697"/>
          </a:xfrm>
          <a:custGeom>
            <a:avLst/>
            <a:gdLst/>
            <a:ahLst/>
            <a:cxnLst/>
            <a:rect r="r" b="b" t="t" l="l"/>
            <a:pathLst>
              <a:path h="1155697" w="6089647">
                <a:moveTo>
                  <a:pt x="0" y="0"/>
                </a:moveTo>
                <a:lnTo>
                  <a:pt x="6089647" y="0"/>
                </a:lnTo>
                <a:lnTo>
                  <a:pt x="608964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7522" y="5619739"/>
            <a:ext cx="6089647" cy="1422397"/>
          </a:xfrm>
          <a:custGeom>
            <a:avLst/>
            <a:gdLst/>
            <a:ahLst/>
            <a:cxnLst/>
            <a:rect r="r" b="b" t="t" l="l"/>
            <a:pathLst>
              <a:path h="1422397" w="6089647">
                <a:moveTo>
                  <a:pt x="0" y="0"/>
                </a:moveTo>
                <a:lnTo>
                  <a:pt x="6089647" y="0"/>
                </a:lnTo>
                <a:lnTo>
                  <a:pt x="6089647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17522" y="7086589"/>
            <a:ext cx="6089647" cy="1431922"/>
          </a:xfrm>
          <a:custGeom>
            <a:avLst/>
            <a:gdLst/>
            <a:ahLst/>
            <a:cxnLst/>
            <a:rect r="r" b="b" t="t" l="l"/>
            <a:pathLst>
              <a:path h="1431922" w="6089647">
                <a:moveTo>
                  <a:pt x="0" y="0"/>
                </a:moveTo>
                <a:lnTo>
                  <a:pt x="6089647" y="0"/>
                </a:lnTo>
                <a:lnTo>
                  <a:pt x="6089647" y="1431922"/>
                </a:lnTo>
                <a:lnTo>
                  <a:pt x="0" y="14319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7522" y="8562964"/>
            <a:ext cx="6089647" cy="1146172"/>
          </a:xfrm>
          <a:custGeom>
            <a:avLst/>
            <a:gdLst/>
            <a:ahLst/>
            <a:cxnLst/>
            <a:rect r="r" b="b" t="t" l="l"/>
            <a:pathLst>
              <a:path h="1146172" w="6089647">
                <a:moveTo>
                  <a:pt x="0" y="0"/>
                </a:moveTo>
                <a:lnTo>
                  <a:pt x="6089647" y="0"/>
                </a:lnTo>
                <a:lnTo>
                  <a:pt x="6089647" y="1146172"/>
                </a:lnTo>
                <a:lnTo>
                  <a:pt x="0" y="11461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00075" y="3635605"/>
            <a:ext cx="3833355" cy="58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Circuit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7725" y="8726594"/>
            <a:ext cx="694268" cy="35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Power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5396" y="9092544"/>
            <a:ext cx="46520" cy="32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7725" y="4583228"/>
            <a:ext cx="718099" cy="35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Inputs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967" y="4949179"/>
            <a:ext cx="46520" cy="32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7725" y="7250228"/>
            <a:ext cx="912647" cy="35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Outputs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1043" y="7616179"/>
            <a:ext cx="46520" cy="32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7725" y="5783378"/>
            <a:ext cx="1050150" cy="354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Logic ICs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0774" y="6149329"/>
            <a:ext cx="46520" cy="324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7725" y="9187794"/>
            <a:ext cx="2922918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9VDCsupply for reliable operation.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7725" y="5044429"/>
            <a:ext cx="4326341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8digitalinputs: S1-S4 (Set Code), E1-E4 (Enter Code).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7725" y="7682854"/>
            <a:ext cx="4805782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GreenLED (Unlock), Red LED (Lock), Electric lock via TIP122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7725" y="7959079"/>
            <a:ext cx="1680410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Darlington transistor.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7725" y="6216004"/>
            <a:ext cx="5349688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IC4070forXOR comparison, IC 4001 for NOR logic. No AND gates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7725" y="6482704"/>
            <a:ext cx="431597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used.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2565490"/>
            <a:ext cx="11556997" cy="8213722"/>
            <a:chOff x="0" y="0"/>
            <a:chExt cx="11557000" cy="821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8086727"/>
            </a:xfrm>
            <a:custGeom>
              <a:avLst/>
              <a:gdLst/>
              <a:ahLst/>
              <a:cxnLst/>
              <a:rect r="r" b="b" t="t" l="l"/>
              <a:pathLst>
                <a:path h="8086727" w="11430000">
                  <a:moveTo>
                    <a:pt x="0" y="0"/>
                  </a:moveTo>
                  <a:lnTo>
                    <a:pt x="0" y="8086727"/>
                  </a:lnTo>
                  <a:lnTo>
                    <a:pt x="11430000" y="8086727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8086727"/>
            </a:xfrm>
            <a:custGeom>
              <a:avLst/>
              <a:gdLst/>
              <a:ahLst/>
              <a:cxnLst/>
              <a:rect r="r" b="b" t="t" l="l"/>
              <a:pathLst>
                <a:path h="8086727" w="11430000">
                  <a:moveTo>
                    <a:pt x="0" y="0"/>
                  </a:moveTo>
                  <a:lnTo>
                    <a:pt x="0" y="8086727"/>
                  </a:lnTo>
                  <a:lnTo>
                    <a:pt x="11430000" y="8086727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2628995"/>
            <a:ext cx="11430000" cy="8086725"/>
          </a:xfrm>
          <a:custGeom>
            <a:avLst/>
            <a:gdLst/>
            <a:ahLst/>
            <a:cxnLst/>
            <a:rect r="r" b="b" t="t" l="l"/>
            <a:pathLst>
              <a:path h="8086725" w="11430000">
                <a:moveTo>
                  <a:pt x="0" y="0"/>
                </a:moveTo>
                <a:lnTo>
                  <a:pt x="11430000" y="0"/>
                </a:lnTo>
                <a:lnTo>
                  <a:pt x="11430000" y="8086725"/>
                </a:lnTo>
                <a:lnTo>
                  <a:pt x="0" y="8086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2628994"/>
            <a:ext cx="11430000" cy="8086725"/>
          </a:xfrm>
          <a:custGeom>
            <a:avLst/>
            <a:gdLst/>
            <a:ahLst/>
            <a:cxnLst/>
            <a:rect r="r" b="b" t="t" l="l"/>
            <a:pathLst>
              <a:path h="8086725" w="11430000">
                <a:moveTo>
                  <a:pt x="0" y="0"/>
                </a:moveTo>
                <a:lnTo>
                  <a:pt x="11430000" y="0"/>
                </a:lnTo>
                <a:lnTo>
                  <a:pt x="11430000" y="8086725"/>
                </a:lnTo>
                <a:lnTo>
                  <a:pt x="0" y="8086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2628992"/>
            <a:ext cx="11430000" cy="8086725"/>
            <a:chOff x="0" y="0"/>
            <a:chExt cx="11430000" cy="80867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00" cy="8086725"/>
            </a:xfrm>
            <a:custGeom>
              <a:avLst/>
              <a:gdLst/>
              <a:ahLst/>
              <a:cxnLst/>
              <a:rect r="r" b="b" t="t" l="l"/>
              <a:pathLst>
                <a:path h="8086725" w="11430000">
                  <a:moveTo>
                    <a:pt x="0" y="0"/>
                  </a:moveTo>
                  <a:lnTo>
                    <a:pt x="0" y="8086725"/>
                  </a:lnTo>
                  <a:lnTo>
                    <a:pt x="11430000" y="80867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D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5029294"/>
            <a:ext cx="4905375" cy="4905375"/>
            <a:chOff x="0" y="0"/>
            <a:chExt cx="6540500" cy="654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40500" cy="6540500"/>
            </a:xfrm>
            <a:custGeom>
              <a:avLst/>
              <a:gdLst/>
              <a:ahLst/>
              <a:cxnLst/>
              <a:rect r="r" b="b" t="t" l="l"/>
              <a:pathLst>
                <a:path h="6540500" w="6540500">
                  <a:moveTo>
                    <a:pt x="79756" y="0"/>
                  </a:moveTo>
                  <a:cubicBezTo>
                    <a:pt x="69215" y="0"/>
                    <a:pt x="59055" y="2032"/>
                    <a:pt x="49403" y="6096"/>
                  </a:cubicBezTo>
                  <a:cubicBezTo>
                    <a:pt x="39751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6460490"/>
                  </a:lnTo>
                  <a:cubicBezTo>
                    <a:pt x="0" y="6471158"/>
                    <a:pt x="2032" y="6481318"/>
                    <a:pt x="6096" y="6491097"/>
                  </a:cubicBezTo>
                  <a:cubicBezTo>
                    <a:pt x="10160" y="6500876"/>
                    <a:pt x="15875" y="6509512"/>
                    <a:pt x="23495" y="6517005"/>
                  </a:cubicBezTo>
                  <a:cubicBezTo>
                    <a:pt x="31115" y="6524498"/>
                    <a:pt x="39624" y="6530340"/>
                    <a:pt x="49403" y="6534404"/>
                  </a:cubicBezTo>
                  <a:cubicBezTo>
                    <a:pt x="59182" y="6538468"/>
                    <a:pt x="69469" y="6540500"/>
                    <a:pt x="80010" y="6540500"/>
                  </a:cubicBezTo>
                  <a:lnTo>
                    <a:pt x="6460490" y="6540500"/>
                  </a:lnTo>
                  <a:cubicBezTo>
                    <a:pt x="6471158" y="6540500"/>
                    <a:pt x="6481318" y="6538468"/>
                    <a:pt x="6491097" y="6534404"/>
                  </a:cubicBezTo>
                  <a:cubicBezTo>
                    <a:pt x="6500876" y="6530340"/>
                    <a:pt x="6509512" y="6524625"/>
                    <a:pt x="6517005" y="6517005"/>
                  </a:cubicBezTo>
                  <a:cubicBezTo>
                    <a:pt x="6524498" y="6509385"/>
                    <a:pt x="6530340" y="6500876"/>
                    <a:pt x="6534404" y="6491097"/>
                  </a:cubicBezTo>
                  <a:cubicBezTo>
                    <a:pt x="6538468" y="6481318"/>
                    <a:pt x="6540500" y="6471031"/>
                    <a:pt x="6540500" y="6460490"/>
                  </a:cubicBezTo>
                  <a:lnTo>
                    <a:pt x="6540500" y="80010"/>
                  </a:lnTo>
                  <a:cubicBezTo>
                    <a:pt x="6540500" y="69342"/>
                    <a:pt x="6538468" y="59182"/>
                    <a:pt x="6534404" y="49403"/>
                  </a:cubicBezTo>
                  <a:cubicBezTo>
                    <a:pt x="6530340" y="39624"/>
                    <a:pt x="6524625" y="30988"/>
                    <a:pt x="6517005" y="23495"/>
                  </a:cubicBezTo>
                  <a:cubicBezTo>
                    <a:pt x="6509385" y="16002"/>
                    <a:pt x="6500876" y="10160"/>
                    <a:pt x="6491097" y="6096"/>
                  </a:cubicBezTo>
                  <a:cubicBezTo>
                    <a:pt x="6481318" y="2032"/>
                    <a:pt x="6471285" y="0"/>
                    <a:pt x="646074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934075" y="4857844"/>
            <a:ext cx="4905375" cy="19050"/>
            <a:chOff x="0" y="0"/>
            <a:chExt cx="4905375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05375" cy="19050"/>
            </a:xfrm>
            <a:custGeom>
              <a:avLst/>
              <a:gdLst/>
              <a:ahLst/>
              <a:cxnLst/>
              <a:rect r="r" b="b" t="t" l="l"/>
              <a:pathLst>
                <a:path h="19050" w="4905375">
                  <a:moveTo>
                    <a:pt x="0" y="19050"/>
                  </a:moveTo>
                  <a:lnTo>
                    <a:pt x="4905375" y="19050"/>
                  </a:lnTo>
                  <a:lnTo>
                    <a:pt x="49053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934075" y="6267544"/>
            <a:ext cx="4905375" cy="19050"/>
            <a:chOff x="0" y="0"/>
            <a:chExt cx="4905375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05375" cy="19050"/>
            </a:xfrm>
            <a:custGeom>
              <a:avLst/>
              <a:gdLst/>
              <a:ahLst/>
              <a:cxnLst/>
              <a:rect r="r" b="b" t="t" l="l"/>
              <a:pathLst>
                <a:path h="19050" w="4905375">
                  <a:moveTo>
                    <a:pt x="0" y="19050"/>
                  </a:moveTo>
                  <a:lnTo>
                    <a:pt x="4905375" y="19050"/>
                  </a:lnTo>
                  <a:lnTo>
                    <a:pt x="49053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934075" y="7677244"/>
            <a:ext cx="4905375" cy="19050"/>
            <a:chOff x="0" y="0"/>
            <a:chExt cx="4905375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05375" cy="19050"/>
            </a:xfrm>
            <a:custGeom>
              <a:avLst/>
              <a:gdLst/>
              <a:ahLst/>
              <a:cxnLst/>
              <a:rect r="r" b="b" t="t" l="l"/>
              <a:pathLst>
                <a:path h="19050" w="4905375">
                  <a:moveTo>
                    <a:pt x="0" y="19050"/>
                  </a:moveTo>
                  <a:lnTo>
                    <a:pt x="4905375" y="19050"/>
                  </a:lnTo>
                  <a:lnTo>
                    <a:pt x="49053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934075" y="9086944"/>
            <a:ext cx="4905375" cy="19050"/>
            <a:chOff x="0" y="0"/>
            <a:chExt cx="4905375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05375" cy="19050"/>
            </a:xfrm>
            <a:custGeom>
              <a:avLst/>
              <a:gdLst/>
              <a:ahLst/>
              <a:cxnLst/>
              <a:rect r="r" b="b" t="t" l="l"/>
              <a:pathLst>
                <a:path h="19050" w="4905375">
                  <a:moveTo>
                    <a:pt x="0" y="19050"/>
                  </a:moveTo>
                  <a:lnTo>
                    <a:pt x="4905375" y="19050"/>
                  </a:lnTo>
                  <a:lnTo>
                    <a:pt x="49053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E2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00075" y="2953082"/>
            <a:ext cx="8541525" cy="142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7"/>
              </a:lnSpc>
            </a:pPr>
            <a:r>
              <a:rPr lang="en-US" sz="337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Objectives &amp; Key Components</a:t>
            </a:r>
          </a:p>
          <a:p>
            <a:pPr algn="l">
              <a:lnSpc>
                <a:spcPts val="3600"/>
              </a:lnSpc>
            </a:pP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Objective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28946" y="3821666"/>
            <a:ext cx="75286" cy="55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6714" y="4419055"/>
            <a:ext cx="46520" cy="3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33627" y="4031216"/>
            <a:ext cx="2323614" cy="349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</a:t>
            </a:r>
            <a:r>
              <a:rPr lang="en-US" sz="202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Components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0075" y="4561930"/>
            <a:ext cx="4763357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Designa4-bitcombinational digital lock using CMOS logic.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33627" y="5419180"/>
            <a:ext cx="2720073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S1-S4 (preset), E1-E4 (user input).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33627" y="9648280"/>
            <a:ext cx="3535690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TIP122 Darlington transistor for electric lock.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33627" y="6828880"/>
            <a:ext cx="3989337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Bit-by-bit comparison, LOW output if bits match.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33627" y="8238580"/>
            <a:ext cx="4956581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Combines XOR outputs, HIGH only if all XOR outputs are LOW.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05357" y="5970459"/>
            <a:ext cx="232591" cy="2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05357" y="7380159"/>
            <a:ext cx="232591" cy="2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08034" y="8789859"/>
            <a:ext cx="227171" cy="22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919940" y="4560759"/>
            <a:ext cx="2406310" cy="68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Code Setting &amp; Entry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33627" y="9187080"/>
            <a:ext cx="1605172" cy="2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Output Driver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933627" y="7777380"/>
            <a:ext cx="2675430" cy="2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NOR Decision (IC 4001)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33627" y="6367680"/>
            <a:ext cx="3076127" cy="2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XOR Comparison (IC 4070)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-63503"/>
            <a:ext cx="11556997" cy="13471522"/>
            <a:chOff x="0" y="0"/>
            <a:chExt cx="11557000" cy="13471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13344528"/>
            </a:xfrm>
            <a:custGeom>
              <a:avLst/>
              <a:gdLst/>
              <a:ahLst/>
              <a:cxnLst/>
              <a:rect r="r" b="b" t="t" l="l"/>
              <a:pathLst>
                <a:path h="13344528" w="11430000">
                  <a:moveTo>
                    <a:pt x="0" y="0"/>
                  </a:moveTo>
                  <a:lnTo>
                    <a:pt x="0" y="13344528"/>
                  </a:lnTo>
                  <a:lnTo>
                    <a:pt x="11430000" y="13344528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13344528"/>
            </a:xfrm>
            <a:custGeom>
              <a:avLst/>
              <a:gdLst/>
              <a:ahLst/>
              <a:cxnLst/>
              <a:rect r="r" b="b" t="t" l="l"/>
              <a:pathLst>
                <a:path h="13344528" w="11430000">
                  <a:moveTo>
                    <a:pt x="0" y="0"/>
                  </a:moveTo>
                  <a:lnTo>
                    <a:pt x="0" y="13344528"/>
                  </a:lnTo>
                  <a:lnTo>
                    <a:pt x="11430000" y="13344528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11430000" cy="13344525"/>
          </a:xfrm>
          <a:custGeom>
            <a:avLst/>
            <a:gdLst/>
            <a:ahLst/>
            <a:cxnLst/>
            <a:rect r="r" b="b" t="t" l="l"/>
            <a:pathLst>
              <a:path h="13344525" w="11430000">
                <a:moveTo>
                  <a:pt x="0" y="0"/>
                </a:moveTo>
                <a:lnTo>
                  <a:pt x="11430000" y="0"/>
                </a:lnTo>
                <a:lnTo>
                  <a:pt x="11430000" y="13344525"/>
                </a:lnTo>
                <a:lnTo>
                  <a:pt x="0" y="13344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"/>
            <a:ext cx="11430000" cy="13344525"/>
          </a:xfrm>
          <a:custGeom>
            <a:avLst/>
            <a:gdLst/>
            <a:ahLst/>
            <a:cxnLst/>
            <a:rect r="r" b="b" t="t" l="l"/>
            <a:pathLst>
              <a:path h="13344525" w="11430000">
                <a:moveTo>
                  <a:pt x="0" y="0"/>
                </a:moveTo>
                <a:lnTo>
                  <a:pt x="11430000" y="0"/>
                </a:lnTo>
                <a:lnTo>
                  <a:pt x="11430000" y="13344525"/>
                </a:lnTo>
                <a:lnTo>
                  <a:pt x="0" y="13344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3503" y="-63503"/>
            <a:ext cx="11556997" cy="13471522"/>
          </a:xfrm>
          <a:custGeom>
            <a:avLst/>
            <a:gdLst/>
            <a:ahLst/>
            <a:cxnLst/>
            <a:rect r="r" b="b" t="t" l="l"/>
            <a:pathLst>
              <a:path h="13471522" w="11556997">
                <a:moveTo>
                  <a:pt x="0" y="0"/>
                </a:moveTo>
                <a:lnTo>
                  <a:pt x="11556997" y="0"/>
                </a:lnTo>
                <a:lnTo>
                  <a:pt x="11556997" y="13471522"/>
                </a:lnTo>
                <a:lnTo>
                  <a:pt x="0" y="13471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0075" y="7772400"/>
            <a:ext cx="4905375" cy="4905375"/>
            <a:chOff x="0" y="0"/>
            <a:chExt cx="6540500" cy="6540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40500" cy="6540500"/>
            </a:xfrm>
            <a:custGeom>
              <a:avLst/>
              <a:gdLst/>
              <a:ahLst/>
              <a:cxnLst/>
              <a:rect r="r" b="b" t="t" l="l"/>
              <a:pathLst>
                <a:path h="6540500" w="6540500">
                  <a:moveTo>
                    <a:pt x="79756" y="0"/>
                  </a:moveTo>
                  <a:cubicBezTo>
                    <a:pt x="69215" y="0"/>
                    <a:pt x="59055" y="2032"/>
                    <a:pt x="49403" y="6096"/>
                  </a:cubicBezTo>
                  <a:cubicBezTo>
                    <a:pt x="39751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6460490"/>
                  </a:lnTo>
                  <a:cubicBezTo>
                    <a:pt x="0" y="6471158"/>
                    <a:pt x="2032" y="6481318"/>
                    <a:pt x="6096" y="6491097"/>
                  </a:cubicBezTo>
                  <a:cubicBezTo>
                    <a:pt x="10160" y="6500876"/>
                    <a:pt x="15875" y="6509512"/>
                    <a:pt x="23495" y="6517005"/>
                  </a:cubicBezTo>
                  <a:cubicBezTo>
                    <a:pt x="31115" y="6524498"/>
                    <a:pt x="39624" y="6530340"/>
                    <a:pt x="49403" y="6534404"/>
                  </a:cubicBezTo>
                  <a:cubicBezTo>
                    <a:pt x="59182" y="6538468"/>
                    <a:pt x="69469" y="6540500"/>
                    <a:pt x="80010" y="6540500"/>
                  </a:cubicBezTo>
                  <a:lnTo>
                    <a:pt x="6460490" y="6540500"/>
                  </a:lnTo>
                  <a:cubicBezTo>
                    <a:pt x="6471158" y="6540500"/>
                    <a:pt x="6481318" y="6538468"/>
                    <a:pt x="6491097" y="6534404"/>
                  </a:cubicBezTo>
                  <a:cubicBezTo>
                    <a:pt x="6500876" y="6530340"/>
                    <a:pt x="6509512" y="6524498"/>
                    <a:pt x="6517005" y="6517005"/>
                  </a:cubicBezTo>
                  <a:cubicBezTo>
                    <a:pt x="6524498" y="6509512"/>
                    <a:pt x="6530340" y="6500876"/>
                    <a:pt x="6534404" y="6491097"/>
                  </a:cubicBezTo>
                  <a:cubicBezTo>
                    <a:pt x="6538468" y="6481318"/>
                    <a:pt x="6540500" y="6471031"/>
                    <a:pt x="6540500" y="6460490"/>
                  </a:cubicBezTo>
                  <a:lnTo>
                    <a:pt x="6540500" y="80010"/>
                  </a:lnTo>
                  <a:cubicBezTo>
                    <a:pt x="6540500" y="69342"/>
                    <a:pt x="6538468" y="59182"/>
                    <a:pt x="6534404" y="49403"/>
                  </a:cubicBezTo>
                  <a:cubicBezTo>
                    <a:pt x="6530340" y="39624"/>
                    <a:pt x="6524625" y="30988"/>
                    <a:pt x="6517005" y="23495"/>
                  </a:cubicBezTo>
                  <a:cubicBezTo>
                    <a:pt x="6509385" y="16002"/>
                    <a:pt x="6500876" y="10160"/>
                    <a:pt x="6491097" y="6096"/>
                  </a:cubicBezTo>
                  <a:cubicBezTo>
                    <a:pt x="6481318" y="2032"/>
                    <a:pt x="6471285" y="0"/>
                    <a:pt x="646074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000750" y="1978152"/>
            <a:ext cx="257175" cy="220408"/>
            <a:chOff x="0" y="0"/>
            <a:chExt cx="257175" cy="220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7175" cy="220221"/>
            </a:xfrm>
            <a:custGeom>
              <a:avLst/>
              <a:gdLst/>
              <a:ahLst/>
              <a:cxnLst/>
              <a:rect r="r" b="b" t="t" l="l"/>
              <a:pathLst>
                <a:path h="220221" w="257175">
                  <a:moveTo>
                    <a:pt x="254508" y="116715"/>
                  </a:moveTo>
                  <a:cubicBezTo>
                    <a:pt x="258064" y="113159"/>
                    <a:pt x="258064" y="107317"/>
                    <a:pt x="254508" y="103761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7"/>
                  </a:lnTo>
                  <a:lnTo>
                    <a:pt x="9144" y="100967"/>
                  </a:lnTo>
                  <a:cubicBezTo>
                    <a:pt x="4064" y="100967"/>
                    <a:pt x="0" y="105158"/>
                    <a:pt x="0" y="110111"/>
                  </a:cubicBezTo>
                  <a:cubicBezTo>
                    <a:pt x="0" y="115064"/>
                    <a:pt x="4191" y="119255"/>
                    <a:pt x="9144" y="119255"/>
                  </a:cubicBezTo>
                  <a:lnTo>
                    <a:pt x="225806" y="119255"/>
                  </a:lnTo>
                  <a:lnTo>
                    <a:pt x="140462" y="204600"/>
                  </a:lnTo>
                  <a:cubicBezTo>
                    <a:pt x="136906" y="208156"/>
                    <a:pt x="136906" y="213998"/>
                    <a:pt x="140462" y="217554"/>
                  </a:cubicBezTo>
                  <a:cubicBezTo>
                    <a:pt x="144018" y="221110"/>
                    <a:pt x="149860" y="221110"/>
                    <a:pt x="153416" y="217554"/>
                  </a:cubicBezTo>
                  <a:lnTo>
                    <a:pt x="254508" y="116461"/>
                  </a:lnTo>
                </a:path>
              </a:pathLst>
            </a:custGeom>
            <a:solidFill>
              <a:srgbClr val="4542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000750" y="3035427"/>
            <a:ext cx="257175" cy="220408"/>
            <a:chOff x="0" y="0"/>
            <a:chExt cx="257175" cy="2204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7175" cy="220221"/>
            </a:xfrm>
            <a:custGeom>
              <a:avLst/>
              <a:gdLst/>
              <a:ahLst/>
              <a:cxnLst/>
              <a:rect r="r" b="b" t="t" l="l"/>
              <a:pathLst>
                <a:path h="220221" w="257175">
                  <a:moveTo>
                    <a:pt x="254508" y="116715"/>
                  </a:moveTo>
                  <a:cubicBezTo>
                    <a:pt x="258064" y="113159"/>
                    <a:pt x="258064" y="107317"/>
                    <a:pt x="254508" y="103760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6"/>
                  </a:lnTo>
                  <a:lnTo>
                    <a:pt x="9144" y="100966"/>
                  </a:lnTo>
                  <a:cubicBezTo>
                    <a:pt x="4064" y="100966"/>
                    <a:pt x="0" y="105157"/>
                    <a:pt x="0" y="110111"/>
                  </a:cubicBezTo>
                  <a:cubicBezTo>
                    <a:pt x="0" y="115064"/>
                    <a:pt x="4191" y="119255"/>
                    <a:pt x="9144" y="119255"/>
                  </a:cubicBezTo>
                  <a:lnTo>
                    <a:pt x="225806" y="119255"/>
                  </a:lnTo>
                  <a:lnTo>
                    <a:pt x="140462" y="204600"/>
                  </a:lnTo>
                  <a:cubicBezTo>
                    <a:pt x="136906" y="208156"/>
                    <a:pt x="136906" y="213998"/>
                    <a:pt x="140462" y="217554"/>
                  </a:cubicBezTo>
                  <a:cubicBezTo>
                    <a:pt x="144018" y="221110"/>
                    <a:pt x="149860" y="221110"/>
                    <a:pt x="153416" y="217554"/>
                  </a:cubicBezTo>
                  <a:lnTo>
                    <a:pt x="254508" y="116461"/>
                  </a:lnTo>
                </a:path>
              </a:pathLst>
            </a:custGeom>
            <a:solidFill>
              <a:srgbClr val="4542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000750" y="4092702"/>
            <a:ext cx="257175" cy="220408"/>
            <a:chOff x="0" y="0"/>
            <a:chExt cx="257175" cy="2204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7175" cy="220221"/>
            </a:xfrm>
            <a:custGeom>
              <a:avLst/>
              <a:gdLst/>
              <a:ahLst/>
              <a:cxnLst/>
              <a:rect r="r" b="b" t="t" l="l"/>
              <a:pathLst>
                <a:path h="220221" w="257175">
                  <a:moveTo>
                    <a:pt x="254508" y="116715"/>
                  </a:moveTo>
                  <a:cubicBezTo>
                    <a:pt x="258064" y="113159"/>
                    <a:pt x="258064" y="107317"/>
                    <a:pt x="254508" y="103760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6"/>
                  </a:lnTo>
                  <a:lnTo>
                    <a:pt x="9144" y="100966"/>
                  </a:lnTo>
                  <a:cubicBezTo>
                    <a:pt x="4064" y="100966"/>
                    <a:pt x="0" y="105157"/>
                    <a:pt x="0" y="110111"/>
                  </a:cubicBezTo>
                  <a:cubicBezTo>
                    <a:pt x="0" y="115064"/>
                    <a:pt x="4191" y="119255"/>
                    <a:pt x="9144" y="119255"/>
                  </a:cubicBezTo>
                  <a:lnTo>
                    <a:pt x="225806" y="119255"/>
                  </a:lnTo>
                  <a:lnTo>
                    <a:pt x="140462" y="204600"/>
                  </a:lnTo>
                  <a:cubicBezTo>
                    <a:pt x="136906" y="208156"/>
                    <a:pt x="136906" y="213998"/>
                    <a:pt x="140462" y="217554"/>
                  </a:cubicBezTo>
                  <a:cubicBezTo>
                    <a:pt x="144018" y="221110"/>
                    <a:pt x="149860" y="221110"/>
                    <a:pt x="153416" y="217554"/>
                  </a:cubicBezTo>
                  <a:lnTo>
                    <a:pt x="254508" y="116461"/>
                  </a:lnTo>
                </a:path>
              </a:pathLst>
            </a:custGeom>
            <a:solidFill>
              <a:srgbClr val="4542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934075" y="5248275"/>
            <a:ext cx="4905375" cy="4905375"/>
            <a:chOff x="0" y="0"/>
            <a:chExt cx="6540500" cy="6540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40500" cy="6540500"/>
            </a:xfrm>
            <a:custGeom>
              <a:avLst/>
              <a:gdLst/>
              <a:ahLst/>
              <a:cxnLst/>
              <a:rect r="r" b="b" t="t" l="l"/>
              <a:pathLst>
                <a:path h="6540500" w="6540500">
                  <a:moveTo>
                    <a:pt x="79756" y="0"/>
                  </a:moveTo>
                  <a:cubicBezTo>
                    <a:pt x="69215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6460490"/>
                  </a:lnTo>
                  <a:cubicBezTo>
                    <a:pt x="0" y="6471031"/>
                    <a:pt x="2032" y="6481318"/>
                    <a:pt x="6096" y="6491097"/>
                  </a:cubicBezTo>
                  <a:cubicBezTo>
                    <a:pt x="10160" y="6500876"/>
                    <a:pt x="15875" y="6509512"/>
                    <a:pt x="23495" y="6517005"/>
                  </a:cubicBezTo>
                  <a:cubicBezTo>
                    <a:pt x="31115" y="6524498"/>
                    <a:pt x="39624" y="6530340"/>
                    <a:pt x="49403" y="6534404"/>
                  </a:cubicBezTo>
                  <a:cubicBezTo>
                    <a:pt x="59182" y="6538468"/>
                    <a:pt x="69342" y="6540500"/>
                    <a:pt x="80010" y="6540500"/>
                  </a:cubicBezTo>
                  <a:lnTo>
                    <a:pt x="6460490" y="6540500"/>
                  </a:lnTo>
                  <a:cubicBezTo>
                    <a:pt x="6471158" y="6540500"/>
                    <a:pt x="6481318" y="6538468"/>
                    <a:pt x="6491097" y="6534404"/>
                  </a:cubicBezTo>
                  <a:cubicBezTo>
                    <a:pt x="6500876" y="6530340"/>
                    <a:pt x="6509512" y="6524625"/>
                    <a:pt x="6517005" y="6517005"/>
                  </a:cubicBezTo>
                  <a:cubicBezTo>
                    <a:pt x="6524498" y="6509385"/>
                    <a:pt x="6530340" y="6500876"/>
                    <a:pt x="6534404" y="6491097"/>
                  </a:cubicBezTo>
                  <a:cubicBezTo>
                    <a:pt x="6538468" y="6481318"/>
                    <a:pt x="6540500" y="6471031"/>
                    <a:pt x="6540500" y="6460490"/>
                  </a:cubicBezTo>
                  <a:lnTo>
                    <a:pt x="6540500" y="80010"/>
                  </a:lnTo>
                  <a:cubicBezTo>
                    <a:pt x="6540500" y="69342"/>
                    <a:pt x="6538468" y="59182"/>
                    <a:pt x="6534404" y="49403"/>
                  </a:cubicBezTo>
                  <a:cubicBezTo>
                    <a:pt x="6530340" y="39624"/>
                    <a:pt x="6524625" y="30988"/>
                    <a:pt x="6517005" y="23495"/>
                  </a:cubicBezTo>
                  <a:cubicBezTo>
                    <a:pt x="6509385" y="16002"/>
                    <a:pt x="6500876" y="10160"/>
                    <a:pt x="6491097" y="6096"/>
                  </a:cubicBezTo>
                  <a:cubicBezTo>
                    <a:pt x="6481318" y="2032"/>
                    <a:pt x="6471285" y="0"/>
                    <a:pt x="6460744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99218" y="324088"/>
            <a:ext cx="6153988" cy="142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7"/>
              </a:lnSpc>
            </a:pPr>
            <a:r>
              <a:rPr lang="en-US" sz="337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Advantages &amp; Future Scope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Advantages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14966" y="1192673"/>
            <a:ext cx="75286" cy="55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33627" y="1287923"/>
            <a:ext cx="2973648" cy="463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</a:t>
            </a:r>
            <a:r>
              <a:rPr lang="en-US" sz="202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0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Enhancements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974530" y="1786052"/>
            <a:ext cx="62741" cy="4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2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1050" y="2681402"/>
            <a:ext cx="2014166" cy="40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Simple &amp; Reliable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15661" y="3114027"/>
            <a:ext cx="46520" cy="3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1050" y="6548552"/>
            <a:ext cx="2050018" cy="40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Low Power CMOS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7875" y="6981177"/>
            <a:ext cx="46520" cy="3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1050" y="4614977"/>
            <a:ext cx="2180739" cy="40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 Microcontroller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6294" y="5047602"/>
            <a:ext cx="46520" cy="3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90840" y="1814627"/>
            <a:ext cx="2000183" cy="402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5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Expand CodeBits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61733" y="2247252"/>
            <a:ext cx="46520" cy="37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490840" y="2805227"/>
            <a:ext cx="1914487" cy="46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Keypad Interface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03215" y="3361677"/>
            <a:ext cx="46520" cy="31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90840" y="3862502"/>
            <a:ext cx="1922793" cy="46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Electronic Inputs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19214" y="4418952"/>
            <a:ext cx="46520" cy="31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1050" y="7124052"/>
            <a:ext cx="2049228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Efficient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operation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at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V.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81050" y="5190477"/>
            <a:ext cx="2547814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Pure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logic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gate</a:t>
            </a:r>
            <a:r>
              <a:rPr lang="en-US" sz="135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implementation.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81050" y="3256902"/>
            <a:ext cx="3313776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Straightforwarddesign,robust operation.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90840" y="3447402"/>
            <a:ext cx="2733008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Integrateakeypadforcode entry.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90840" y="4476102"/>
            <a:ext cx="3656295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Replacemechanicalswitches with advanced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490840" y="4752327"/>
            <a:ext cx="1400775" cy="25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electronic inputs.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490840" y="2390127"/>
            <a:ext cx="3552663" cy="22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Increasesecuritybyadding more code bits.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DAG8uVhXojA</dc:identifier>
  <dcterms:modified xsi:type="dcterms:W3CDTF">2011-08-01T06:04:30Z</dcterms:modified>
  <cp:revision>1</cp:revision>
  <dc:title>1f960b6e-f636-4319-a34d-7709e14495a1.pdf</dc:title>
</cp:coreProperties>
</file>